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5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9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8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6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6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2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5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5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69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77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64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16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19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1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FBC4632-FEE6-41D4-B53E-BDC9DE8971B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F947A55-06D1-4C07-A333-7222A6578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0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4604" y="2255281"/>
            <a:ext cx="5366513" cy="1101874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CAR CARE HUB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1783" y="3618411"/>
            <a:ext cx="93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“Smart service. Simple experience. A complete digital solution for every garage.”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14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0" y="3805377"/>
            <a:ext cx="4351025" cy="94076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err="1" smtClean="0"/>
              <a:t>Shivani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Hegaje</a:t>
            </a:r>
            <a:endParaRPr lang="en-US" sz="28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559" y="953590"/>
            <a:ext cx="4952452" cy="5029200"/>
          </a:xfrm>
          <a:prstGeom prst="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12500"/>
          </a:effectLst>
        </p:spPr>
      </p:pic>
      <p:sp>
        <p:nvSpPr>
          <p:cNvPr id="5" name="Title 1"/>
          <p:cNvSpPr txBox="1">
            <a:spLocks/>
          </p:cNvSpPr>
          <p:nvPr/>
        </p:nvSpPr>
        <p:spPr bwMode="gray">
          <a:xfrm>
            <a:off x="1154950" y="2793004"/>
            <a:ext cx="4351025" cy="10123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 err="1" smtClean="0"/>
              <a:t>Vaibhav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Jaybhaye</a:t>
            </a:r>
            <a:endParaRPr lang="en-US" sz="28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1154951" y="3316729"/>
            <a:ext cx="4351025" cy="940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 err="1" smtClean="0">
                <a:latin typeface="Arial Rounded MT Bold" panose="020F0704030504030204" pitchFamily="34" charset="0"/>
              </a:rPr>
              <a:t>Bhushan</a:t>
            </a:r>
            <a:r>
              <a:rPr lang="en-US" sz="2800" dirty="0" smtClean="0">
                <a:latin typeface="Arial Rounded MT Bold" panose="020F0704030504030204" pitchFamily="34" charset="0"/>
              </a:rPr>
              <a:t> </a:t>
            </a:r>
            <a:r>
              <a:rPr lang="en-US" sz="2800" dirty="0" err="1" smtClean="0">
                <a:latin typeface="Arial Rounded MT Bold" panose="020F0704030504030204" pitchFamily="34" charset="0"/>
              </a:rPr>
              <a:t>Lokare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1154952" y="2375963"/>
            <a:ext cx="4351025" cy="940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smtClean="0">
                <a:latin typeface="Arial Rounded MT Bold" panose="020F0704030504030204" pitchFamily="34" charset="0"/>
              </a:rPr>
              <a:t>Gitanjali Date</a:t>
            </a: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gray">
          <a:xfrm>
            <a:off x="893693" y="1661256"/>
            <a:ext cx="4351025" cy="940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Algerian" panose="04020705040A02060702" pitchFamily="82" charset="0"/>
              </a:rPr>
              <a:t>TEAM MEMBERS </a:t>
            </a:r>
            <a:r>
              <a:rPr lang="en-US" sz="3200" dirty="0" smtClean="0">
                <a:latin typeface="Arial Rounded MT Bold" panose="020F0704030504030204" pitchFamily="34" charset="0"/>
              </a:rPr>
              <a:t>: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94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lgerian" panose="04020705040A02060702" pitchFamily="82" charset="0"/>
              </a:rPr>
              <a:t>Introduction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64377"/>
            <a:ext cx="9125515" cy="438912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 smtClean="0">
                <a:latin typeface="Arial Black" panose="020B0A04020102020204" pitchFamily="34" charset="0"/>
              </a:rPr>
              <a:t>AIM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000" b="1" dirty="0" smtClean="0"/>
              <a:t>To </a:t>
            </a:r>
            <a:r>
              <a:rPr lang="en-US" sz="2000" b="1" dirty="0"/>
              <a:t>build a unified digital platform that simplifies interactions between customers and garage owners. To streamline booking, service management, and feedback through an efficient, user-friendly system</a:t>
            </a:r>
            <a:r>
              <a:rPr lang="en-US" sz="2000" b="1" dirty="0" smtClean="0"/>
              <a:t>.</a:t>
            </a:r>
            <a:endParaRPr lang="en-US" sz="2000" b="1" dirty="0" smtClean="0"/>
          </a:p>
          <a:p>
            <a:r>
              <a:rPr lang="en-US" sz="2000" b="1" dirty="0" smtClean="0"/>
              <a:t>Car </a:t>
            </a:r>
            <a:r>
              <a:rPr lang="en-US" sz="2000" b="1" dirty="0"/>
              <a:t>Care Hub is an online garage management system developed using </a:t>
            </a:r>
            <a:r>
              <a:rPr lang="en-US" sz="2000" b="1" dirty="0" smtClean="0"/>
              <a:t>Django. Brings </a:t>
            </a:r>
            <a:r>
              <a:rPr lang="en-US" sz="2000" b="1" dirty="0"/>
              <a:t>together customers and garage owners on a single platform</a:t>
            </a:r>
            <a:r>
              <a:rPr lang="en-US" sz="2000" b="1" dirty="0" smtClean="0"/>
              <a:t>.</a:t>
            </a:r>
          </a:p>
          <a:p>
            <a:r>
              <a:rPr lang="en-US" sz="2000" b="1" dirty="0" smtClean="0"/>
              <a:t>The </a:t>
            </a:r>
            <a:r>
              <a:rPr lang="en-US" sz="2000" b="1" dirty="0"/>
              <a:t>system covers the entire service </a:t>
            </a:r>
            <a:r>
              <a:rPr lang="en-US" sz="2000" b="1" dirty="0" smtClean="0"/>
              <a:t>journey: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/>
              <a:t>  </a:t>
            </a:r>
            <a:r>
              <a:rPr lang="en-US" sz="2000" b="1" dirty="0" smtClean="0"/>
              <a:t>Garage Search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/>
              <a:t>  Vehicle Management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/>
              <a:t>  Booking Workflow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/>
              <a:t>  Service </a:t>
            </a:r>
            <a:r>
              <a:rPr lang="en-US" sz="2000" b="1" dirty="0"/>
              <a:t>Updates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/>
              <a:t>   Ratings </a:t>
            </a:r>
            <a:r>
              <a:rPr lang="en-US" sz="2000" b="1" dirty="0"/>
              <a:t>&amp; Reviews</a:t>
            </a:r>
          </a:p>
          <a:p>
            <a:r>
              <a:rPr lang="en-US" sz="2000" b="1" dirty="0"/>
              <a:t>It integrates </a:t>
            </a:r>
            <a:r>
              <a:rPr lang="en-US" sz="2000" b="1" dirty="0" smtClean="0"/>
              <a:t>4 </a:t>
            </a:r>
            <a:r>
              <a:rPr lang="en-US" sz="2000" b="1" dirty="0"/>
              <a:t>core apps working together seamlessly.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System Components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Accounts – User authentication &amp; </a:t>
            </a:r>
            <a:r>
              <a:rPr lang="en-US" sz="2000" b="1" dirty="0" smtClean="0"/>
              <a:t>roles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Garages – Service &amp; garage </a:t>
            </a:r>
            <a:r>
              <a:rPr lang="en-US" sz="2000" b="1" dirty="0" smtClean="0"/>
              <a:t>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Customers – Vehicle &amp; search </a:t>
            </a:r>
            <a:r>
              <a:rPr lang="en-US" sz="2000" b="1" dirty="0" smtClean="0"/>
              <a:t>features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Bookings – Workflow </a:t>
            </a:r>
            <a:r>
              <a:rPr lang="en-US" sz="2000" b="1" dirty="0" smtClean="0"/>
              <a:t>automation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Feedback – Ratings &amp; reviews</a:t>
            </a:r>
          </a:p>
        </p:txBody>
      </p:sp>
    </p:spTree>
    <p:extLst>
      <p:ext uri="{BB962C8B-B14F-4D97-AF65-F5344CB8AC3E}">
        <p14:creationId xmlns:p14="http://schemas.microsoft.com/office/powerpoint/2010/main" val="143636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Accounts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Key Features</a:t>
            </a:r>
            <a:r>
              <a:rPr lang="en-US" sz="2000" b="1" dirty="0" smtClean="0"/>
              <a:t>:</a:t>
            </a:r>
          </a:p>
          <a:p>
            <a:r>
              <a:rPr lang="en-US" sz="2000" b="1" dirty="0"/>
              <a:t>Email + OTP login </a:t>
            </a:r>
            <a:r>
              <a:rPr lang="en-US" sz="2000" b="1" dirty="0" smtClean="0"/>
              <a:t>system</a:t>
            </a:r>
          </a:p>
          <a:p>
            <a:r>
              <a:rPr lang="en-US" sz="2000" b="1" dirty="0"/>
              <a:t>Secure two-factor </a:t>
            </a:r>
            <a:r>
              <a:rPr lang="en-US" sz="2000" b="1" dirty="0" smtClean="0"/>
              <a:t>authentication</a:t>
            </a:r>
          </a:p>
          <a:p>
            <a:r>
              <a:rPr lang="en-US" sz="2000" b="1" dirty="0"/>
              <a:t>Role-based dashboards (Garage / Customer</a:t>
            </a:r>
            <a:r>
              <a:rPr lang="en-US" sz="2000" b="1" dirty="0" smtClean="0"/>
              <a:t>)</a:t>
            </a:r>
          </a:p>
          <a:p>
            <a:r>
              <a:rPr lang="en-US" sz="2000" b="1" dirty="0"/>
              <a:t>Strong password hashing and session protection</a:t>
            </a:r>
          </a:p>
        </p:txBody>
      </p:sp>
    </p:spTree>
    <p:extLst>
      <p:ext uri="{BB962C8B-B14F-4D97-AF65-F5344CB8AC3E}">
        <p14:creationId xmlns:p14="http://schemas.microsoft.com/office/powerpoint/2010/main" val="381542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Garages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Key Features:</a:t>
            </a:r>
          </a:p>
          <a:p>
            <a:r>
              <a:rPr lang="en-US" sz="2000" b="1" dirty="0"/>
              <a:t>Create/update garage </a:t>
            </a:r>
            <a:r>
              <a:rPr lang="en-US" sz="2000" b="1" dirty="0" smtClean="0"/>
              <a:t>profile</a:t>
            </a:r>
          </a:p>
          <a:p>
            <a:r>
              <a:rPr lang="en-US" sz="2000" b="1" dirty="0"/>
              <a:t>Add and manage service </a:t>
            </a:r>
            <a:r>
              <a:rPr lang="en-US" sz="2000" b="1" dirty="0" smtClean="0"/>
              <a:t>list</a:t>
            </a:r>
          </a:p>
          <a:p>
            <a:r>
              <a:rPr lang="en-US" sz="2000" b="1" dirty="0"/>
              <a:t>Handle booking </a:t>
            </a:r>
            <a:r>
              <a:rPr lang="en-US" sz="2000" b="1" dirty="0" smtClean="0"/>
              <a:t>requests</a:t>
            </a:r>
          </a:p>
          <a:p>
            <a:r>
              <a:rPr lang="en-US" sz="2000" b="1" dirty="0"/>
              <a:t>Approve / </a:t>
            </a:r>
            <a:r>
              <a:rPr lang="en-US" sz="2000" b="1" dirty="0" smtClean="0"/>
              <a:t> </a:t>
            </a:r>
            <a:r>
              <a:rPr lang="en-US" sz="2000" b="1" dirty="0"/>
              <a:t>reject bookings</a:t>
            </a:r>
          </a:p>
        </p:txBody>
      </p:sp>
    </p:spTree>
    <p:extLst>
      <p:ext uri="{BB962C8B-B14F-4D97-AF65-F5344CB8AC3E}">
        <p14:creationId xmlns:p14="http://schemas.microsoft.com/office/powerpoint/2010/main" val="377920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Key Features:</a:t>
            </a:r>
          </a:p>
          <a:p>
            <a:r>
              <a:rPr lang="en-US" sz="2000" b="1" dirty="0"/>
              <a:t>Add and manage multiple </a:t>
            </a:r>
            <a:r>
              <a:rPr lang="en-US" sz="2000" b="1" dirty="0" smtClean="0"/>
              <a:t>vehicles</a:t>
            </a:r>
          </a:p>
          <a:p>
            <a:r>
              <a:rPr lang="en-US" sz="2000" b="1" dirty="0"/>
              <a:t>Search garages by location, rating, or service </a:t>
            </a:r>
            <a:r>
              <a:rPr lang="en-US" sz="2000" b="1" dirty="0" smtClean="0"/>
              <a:t>type</a:t>
            </a:r>
          </a:p>
          <a:p>
            <a:r>
              <a:rPr lang="en-US" sz="2000" b="1" dirty="0"/>
              <a:t>Compare </a:t>
            </a:r>
            <a:r>
              <a:rPr lang="en-US" sz="2000" b="1" dirty="0" smtClean="0"/>
              <a:t>garages</a:t>
            </a:r>
          </a:p>
          <a:p>
            <a:r>
              <a:rPr lang="en-US" sz="2000" b="1" dirty="0"/>
              <a:t>View service history &amp; invoices</a:t>
            </a:r>
          </a:p>
        </p:txBody>
      </p:sp>
    </p:spTree>
    <p:extLst>
      <p:ext uri="{BB962C8B-B14F-4D97-AF65-F5344CB8AC3E}">
        <p14:creationId xmlns:p14="http://schemas.microsoft.com/office/powerpoint/2010/main" val="399780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Booking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Key </a:t>
            </a:r>
            <a:r>
              <a:rPr lang="en-US" b="1" dirty="0"/>
              <a:t>Features:</a:t>
            </a:r>
          </a:p>
          <a:p>
            <a:r>
              <a:rPr lang="en-US" b="1" dirty="0" smtClean="0"/>
              <a:t>Request </a:t>
            </a:r>
            <a:r>
              <a:rPr lang="en-US" b="1" dirty="0"/>
              <a:t>Submitted</a:t>
            </a:r>
            <a:r>
              <a:rPr lang="en-US" dirty="0"/>
              <a:t> – Customer selects garage &amp; </a:t>
            </a:r>
            <a:r>
              <a:rPr lang="en-US" dirty="0" smtClean="0"/>
              <a:t>service</a:t>
            </a:r>
          </a:p>
          <a:p>
            <a:r>
              <a:rPr lang="en-US" b="1" dirty="0"/>
              <a:t>Garage Reviews</a:t>
            </a:r>
            <a:r>
              <a:rPr lang="en-US" dirty="0"/>
              <a:t> – Owner checks time </a:t>
            </a:r>
            <a:r>
              <a:rPr lang="en-US" dirty="0" smtClean="0"/>
              <a:t>availability</a:t>
            </a:r>
          </a:p>
          <a:p>
            <a:r>
              <a:rPr lang="en-US" b="1" dirty="0"/>
              <a:t>Booking Confirmed</a:t>
            </a:r>
            <a:r>
              <a:rPr lang="en-US" dirty="0"/>
              <a:t> – Auto </a:t>
            </a:r>
            <a:r>
              <a:rPr lang="en-US" dirty="0" smtClean="0"/>
              <a:t>mail  notification</a:t>
            </a:r>
          </a:p>
          <a:p>
            <a:r>
              <a:rPr lang="en-US" b="1" dirty="0"/>
              <a:t>Service in Progress</a:t>
            </a:r>
            <a:r>
              <a:rPr lang="en-US" dirty="0"/>
              <a:t> – Real-time status </a:t>
            </a:r>
            <a:r>
              <a:rPr lang="en-US" dirty="0" smtClean="0"/>
              <a:t>updates</a:t>
            </a:r>
          </a:p>
          <a:p>
            <a:r>
              <a:rPr lang="en-US" b="1" dirty="0"/>
              <a:t>Completed</a:t>
            </a:r>
            <a:r>
              <a:rPr lang="en-US" dirty="0"/>
              <a:t> – Final invoice + feedback request</a:t>
            </a:r>
          </a:p>
        </p:txBody>
      </p:sp>
    </p:spTree>
    <p:extLst>
      <p:ext uri="{BB962C8B-B14F-4D97-AF65-F5344CB8AC3E}">
        <p14:creationId xmlns:p14="http://schemas.microsoft.com/office/powerpoint/2010/main" val="398687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Feedback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Key Features:</a:t>
            </a:r>
          </a:p>
          <a:p>
            <a:r>
              <a:rPr lang="en-US" sz="2000" b="1" dirty="0"/>
              <a:t>Star ratings (1–5 </a:t>
            </a:r>
            <a:r>
              <a:rPr lang="en-US" sz="2000" b="1" dirty="0" smtClean="0"/>
              <a:t>stars)</a:t>
            </a:r>
          </a:p>
          <a:p>
            <a:r>
              <a:rPr lang="en-US" sz="2000" b="1" dirty="0"/>
              <a:t>Detailed written </a:t>
            </a:r>
            <a:r>
              <a:rPr lang="en-US" sz="2000" b="1" dirty="0" smtClean="0"/>
              <a:t>reviews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9996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679269"/>
            <a:ext cx="8761413" cy="809897"/>
          </a:xfrm>
        </p:spPr>
        <p:txBody>
          <a:bodyPr/>
          <a:lstStyle/>
          <a:p>
            <a:pPr algn="ctr"/>
            <a:r>
              <a:rPr lang="en-US" sz="4000" dirty="0" smtClean="0">
                <a:latin typeface="Algerian" panose="04020705040A02060702" pitchFamily="82" charset="0"/>
              </a:rPr>
              <a:t>System Architecture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634" y="1998617"/>
            <a:ext cx="7014755" cy="4637313"/>
          </a:xfrm>
        </p:spPr>
      </p:pic>
    </p:spTree>
    <p:extLst>
      <p:ext uri="{BB962C8B-B14F-4D97-AF65-F5344CB8AC3E}">
        <p14:creationId xmlns:p14="http://schemas.microsoft.com/office/powerpoint/2010/main" val="256403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Payment Gateway </a:t>
            </a:r>
            <a:r>
              <a:rPr lang="en-US" sz="2000" b="1" dirty="0" smtClean="0"/>
              <a:t>Integration</a:t>
            </a:r>
          </a:p>
          <a:p>
            <a:r>
              <a:rPr lang="en-US" sz="2000" b="1" dirty="0"/>
              <a:t>AI Garage </a:t>
            </a:r>
            <a:r>
              <a:rPr lang="en-US" sz="2000" b="1" dirty="0" smtClean="0"/>
              <a:t>Recommendations</a:t>
            </a:r>
          </a:p>
          <a:p>
            <a:r>
              <a:rPr lang="en-US" sz="2000" b="1" dirty="0"/>
              <a:t>Real-time Vehicle </a:t>
            </a:r>
            <a:r>
              <a:rPr lang="en-US" sz="2000" b="1" dirty="0" smtClean="0"/>
              <a:t>Tracking</a:t>
            </a:r>
          </a:p>
          <a:p>
            <a:r>
              <a:rPr lang="en-US" sz="2000" b="1" dirty="0"/>
              <a:t>Multi-language Support</a:t>
            </a:r>
          </a:p>
        </p:txBody>
      </p:sp>
    </p:spTree>
    <p:extLst>
      <p:ext uri="{BB962C8B-B14F-4D97-AF65-F5344CB8AC3E}">
        <p14:creationId xmlns:p14="http://schemas.microsoft.com/office/powerpoint/2010/main" val="423428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 smtClean="0">
                <a:latin typeface="Algerian" panose="04020705040A02060702" pitchFamily="82" charset="0"/>
              </a:rPr>
              <a:t>Conclusion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Car Care Hub delivers a smart, seamless, and future-ready solution that simplifies garage services for customers while empowering garage owners </a:t>
            </a:r>
            <a:r>
              <a:rPr lang="en-US" sz="2000" b="1" dirty="0" smtClean="0"/>
              <a:t>with </a:t>
            </a:r>
            <a:r>
              <a:rPr lang="en-US" sz="2000" b="1" dirty="0"/>
              <a:t>efficient digital management.</a:t>
            </a:r>
          </a:p>
        </p:txBody>
      </p:sp>
    </p:spTree>
    <p:extLst>
      <p:ext uri="{BB962C8B-B14F-4D97-AF65-F5344CB8AC3E}">
        <p14:creationId xmlns:p14="http://schemas.microsoft.com/office/powerpoint/2010/main" val="178157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Thank You!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9987663" cy="34163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sz="2400" b="1" dirty="0"/>
              <a:t>We are excited to demonstrate how Car Care Hub modernizes garage </a:t>
            </a:r>
            <a:r>
              <a:rPr lang="en-US" sz="2400" b="1" dirty="0" smtClean="0"/>
              <a:t>managemen</a:t>
            </a:r>
            <a:r>
              <a:rPr lang="en-US" b="1" dirty="0"/>
              <a:t>t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i="1" dirty="0"/>
              <a:t>Questions?</a:t>
            </a:r>
            <a:endParaRPr lang="en-US" sz="40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231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</vt:lpstr>
      <vt:lpstr>Arial Black</vt:lpstr>
      <vt:lpstr>Arial Rounded MT Bold</vt:lpstr>
      <vt:lpstr>Century Gothic</vt:lpstr>
      <vt:lpstr>Wingdings</vt:lpstr>
      <vt:lpstr>Wingdings 3</vt:lpstr>
      <vt:lpstr>Ion Boardroom</vt:lpstr>
      <vt:lpstr>CAR CARE HUB</vt:lpstr>
      <vt:lpstr>Shivani Hegaje</vt:lpstr>
      <vt:lpstr>Introduction</vt:lpstr>
      <vt:lpstr>System Components Overview</vt:lpstr>
      <vt:lpstr>Accounts </vt:lpstr>
      <vt:lpstr>Garages </vt:lpstr>
      <vt:lpstr>Customers</vt:lpstr>
      <vt:lpstr>Booking Workflow</vt:lpstr>
      <vt:lpstr>Feedback System</vt:lpstr>
      <vt:lpstr>System Architecture</vt:lpstr>
      <vt:lpstr>Future Scope</vt:lpstr>
      <vt:lpstr>Conclusion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CARE HUB</dc:title>
  <dc:creator>sai</dc:creator>
  <cp:lastModifiedBy>Microsoft account</cp:lastModifiedBy>
  <cp:revision>11</cp:revision>
  <dcterms:created xsi:type="dcterms:W3CDTF">2025-11-20T09:43:09Z</dcterms:created>
  <dcterms:modified xsi:type="dcterms:W3CDTF">2025-11-21T08:27:40Z</dcterms:modified>
</cp:coreProperties>
</file>